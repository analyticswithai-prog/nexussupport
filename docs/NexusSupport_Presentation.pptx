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9900"/>
                </a:solidFill>
                <a:latin typeface="Arial"/>
              </a:rPr>
              <a:t>NEXUSSUPPORT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E6EDF3"/>
                </a:solidFill>
                <a:latin typeface="Arial"/>
              </a:rPr>
              <a:t>Multi-Tenant AI Customer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E6EDF3"/>
                </a:solidFill>
                <a:latin typeface="Arial"/>
              </a:rPr>
              <a:t>Support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49E"/>
                </a:solidFill>
                <a:latin typeface="Arial"/>
              </a:rPr>
              <a:t>Serverless AWS deployment  ·  App Runner + DynamoDB + CloudFront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8A6FF"/>
                </a:solidFill>
                <a:latin typeface="Arial"/>
              </a:rPr>
              <a:t>https://d2q0x1hrkokxho.cloudfront.net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Arial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Arial"/>
              </a:rPr>
              <a:t>What NexusSupport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›  Multi-tenant customer support platform demo: chat, voice, and AI-agent workflows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›  3 sample tenants — ShopNow (E-Commerce), CloudStack (SaaS), MedCare (Healthcare)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›  Role-based access: admin, agent, and super-admin across tenants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›  Dashboards for conversation volume, CSAT, sentiment, and channel breakdown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E6EDF3"/>
                </a:solidFill>
                <a:latin typeface="Arial"/>
              </a:rPr>
              <a:t>›  Built to run entirely on pay-per-use AWS services — no idle infrastructure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73736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79" y="1920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900"/>
                </a:solidFill>
                <a:latin typeface="Arial"/>
              </a:rPr>
              <a:t>STACK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2423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Arial"/>
              </a:rPr>
              <a:t>React 18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9900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9900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Arial"/>
              </a:rPr>
              <a:t>Node.js / 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55701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5570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Arial"/>
              </a:rPr>
              <a:t>DynamoDB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412394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41239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Arial"/>
              </a:rPr>
              <a:t>AWS App Runner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6908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690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Arial"/>
              </a:rPr>
              <a:t>CloudFront + 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5257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  <a:latin typeface="Arial"/>
              </a:rPr>
              <a:t>CI/CD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5257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EDF3"/>
                </a:solidFill>
                <a:latin typeface="Arial"/>
              </a:rPr>
              <a:t>AWS CodeBuild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Arial"/>
              </a:rPr>
              <a:t>NexusSupport — AWS Serverless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Arial"/>
              </a:rPr>
              <a:t>Serverless Architecture on AWS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430000" cy="6429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Arial"/>
              </a:rPr>
              <a:t>NexusSupport — AWS Serverless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Arial"/>
              </a:rPr>
              <a:t>How a Request 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640080" cy="8229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019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58A6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830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EDF3"/>
                </a:solidFill>
                <a:latin typeface="Arial"/>
              </a:rPr>
              <a:t>Browser → CloudFront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945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Arial"/>
              </a:rPr>
              <a:t>Single public entry point at d2q0x1hrkokxho.cloudfront.net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640080" cy="8229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535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3FB95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834639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EDF3"/>
                </a:solidFill>
                <a:latin typeface="Arial"/>
              </a:rPr>
              <a:t>Static routes → private 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46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Arial"/>
              </a:rPr>
              <a:t>React build served via Origin Access Control — bucket has no public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79"/>
            <a:ext cx="640080" cy="8229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05071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9900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86199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EDF3"/>
                </a:solidFill>
                <a:latin typeface="Arial"/>
              </a:rPr>
              <a:t>/api/* routes → App Runner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97679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Arial"/>
              </a:rPr>
              <a:t>Serverless container runs the Express API, no VPC/ALB needed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92040"/>
            <a:ext cx="640080" cy="82296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56631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BC8C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937759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EDF3"/>
                </a:solidFill>
                <a:latin typeface="Arial"/>
              </a:rPr>
              <a:t>App Runner → DynamoDB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3492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Arial"/>
              </a:rPr>
              <a:t>Reads/writes tenants, users, agents, conversations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Arial"/>
              </a:rPr>
              <a:t>Same CloudFront domain serves both → no CORS configuration needed.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Arial"/>
              </a:rPr>
              <a:t>NexusSupport — AWS Serverless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Arial"/>
              </a:rPr>
              <a:t>DESIGN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Arial"/>
              </a:rPr>
              <a:t>Why App Runner Instead of ECS + ALB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6E76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949E"/>
                </a:solidFill>
                <a:latin typeface="Arial"/>
              </a:rPr>
              <a:t>ECS FARGATE + ALB (rejected)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E6EDF3"/>
                </a:solidFill>
                <a:latin typeface="Arial"/>
              </a:rPr>
              <a:t>›  Requires a VPC, subnets, security groups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E6EDF3"/>
                </a:solidFill>
                <a:latin typeface="Arial"/>
              </a:rPr>
              <a:t>›  Application Load Balancer has a fixed hourly cost (~$16-20/mo) even at zero traffic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E6EDF3"/>
                </a:solidFill>
                <a:latin typeface="Arial"/>
              </a:rPr>
              <a:t>›  More moving parts to secure and maintain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3736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Arial"/>
              </a:rPr>
              <a:t>APP RUNNER (chosen)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3774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E6EDF3"/>
                </a:solidFill>
                <a:latin typeface="Arial"/>
              </a:rPr>
              <a:t>›  No VPC, no load balancer to provision or pay for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E6EDF3"/>
                </a:solidFill>
                <a:latin typeface="Arial"/>
              </a:rPr>
              <a:t>›  Bills per vCPU/memory-second only while handling requests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E6EDF3"/>
                </a:solidFill>
                <a:latin typeface="Arial"/>
              </a:rPr>
              <a:t>›  Eligibility verified directly against this AWS account before committing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Arial"/>
              </a:rPr>
              <a:t>NexusSupport — AWS Serverless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Arial"/>
              </a:rPr>
              <a:t>DATA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Arial"/>
              </a:rPr>
              <a:t>DynamoDB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Arial"/>
              </a:rPr>
              <a:t>All tables use PAY_PER_REQUEST billing — no capacity planning, no fixed cost.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908792" cy="502920"/>
          </a:xfrm>
          <a:prstGeom prst="roundRect">
            <a:avLst>
              <a:gd name="adj" fmla="val 8000"/>
            </a:avLst>
          </a:prstGeom>
          <a:solidFill>
            <a:srgbClr val="1F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Arial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2057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Arial"/>
              </a:rPr>
              <a:t>Partition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2057400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Arial"/>
              </a:rPr>
              <a:t>GSI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057400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Arial"/>
              </a:rPr>
              <a:t>Purpose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68880"/>
            <a:ext cx="10908792" cy="777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038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Arial"/>
              </a:rPr>
              <a:t>nexussupport-tenants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57860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Arial"/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578608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Arial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578608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Arial"/>
              </a:rPr>
              <a:t>Tenant profile + per-tenant settings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37560"/>
            <a:ext cx="10908792" cy="777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038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4728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Arial"/>
              </a:rPr>
              <a:t>nexussupport-users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44728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Arial"/>
              </a:rPr>
              <a:t>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3447288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Arial"/>
              </a:rPr>
              <a:t>email-index (email)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447288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Arial"/>
              </a:rPr>
              <a:t>Login lookup by email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06240"/>
            <a:ext cx="10908792" cy="777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038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1596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Arial"/>
              </a:rPr>
              <a:t>nexussupport-agents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431596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Arial"/>
              </a:rPr>
              <a:t>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4315968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Arial"/>
              </a:rPr>
              <a:t>tenantId-index (tenantId)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315968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Arial"/>
              </a:rPr>
              <a:t>AI agent roster per tenant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074920"/>
            <a:ext cx="10908792" cy="777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038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84648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Arial"/>
              </a:rPr>
              <a:t>nexussupport-conversations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518464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Arial"/>
              </a:rPr>
              <a:t>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5184648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Arial"/>
              </a:rPr>
              <a:t>tenantId-index (tenantId, updatedAt)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184648"/>
            <a:ext cx="2880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DF3"/>
                </a:solidFill>
                <a:latin typeface="Arial"/>
              </a:rPr>
              <a:t>Support conversations per tenant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Arial"/>
              </a:rPr>
              <a:t>Messages are generated deterministically per conversation at read time — no message-create endpoint exists yet.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Aria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Arial"/>
              </a:rPr>
              <a:t>NexusSupport — AWS Serverless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Arial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Arial"/>
              </a:rPr>
              <a:t>Build &amp; Deploy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94560"/>
            <a:ext cx="2697480" cy="29260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4231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58A6FF"/>
                </a:solidFill>
                <a:latin typeface="Arial"/>
              </a:rPr>
              <a:t>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B949E"/>
                </a:solidFill>
                <a:latin typeface="Arial"/>
              </a:rPr>
              <a:t>backend/ + frontend/ zipped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8B949E"/>
                </a:solidFill>
                <a:latin typeface="Arial"/>
              </a:rPr>
              <a:t>and uploaded to S3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5848" y="33832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B949E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2194560"/>
            <a:ext cx="2697480" cy="29260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24231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9900"/>
                </a:solidFill>
                <a:latin typeface="Arial"/>
              </a:rPr>
              <a:t>CodeBuild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97180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B949E"/>
                </a:solidFill>
                <a:latin typeface="Arial"/>
              </a:rPr>
              <a:t>Docker build &amp; push to ECR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8B949E"/>
                </a:solidFill>
                <a:latin typeface="Arial"/>
              </a:rPr>
              <a:t>npm run build + s3 sync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8B949E"/>
                </a:solidFill>
                <a:latin typeface="Arial"/>
              </a:rPr>
              <a:t>CloudFront invalidation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33832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B949E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194560"/>
            <a:ext cx="2697480" cy="29260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4231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FB950"/>
                </a:solidFill>
                <a:latin typeface="Arial"/>
              </a:rPr>
              <a:t>ECR + 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97180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B949E"/>
                </a:solidFill>
                <a:latin typeface="Arial"/>
              </a:rPr>
              <a:t>New image and static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8B949E"/>
                </a:solidFill>
                <a:latin typeface="Arial"/>
              </a:rPr>
              <a:t>assets are now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2328" y="33832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B949E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2194560"/>
            <a:ext cx="2697480" cy="292608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12680" y="24231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BC8CFF"/>
                </a:solidFill>
                <a:latin typeface="Arial"/>
              </a:rPr>
              <a:t>Go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97180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B949E"/>
                </a:solidFill>
                <a:latin typeface="Arial"/>
              </a:rPr>
              <a:t>apprunner start-deployment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8B949E"/>
                </a:solidFill>
                <a:latin typeface="Arial"/>
              </a:rPr>
              <a:t>rolls out the new 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9900"/>
                </a:solidFill>
                <a:latin typeface="Arial"/>
              </a:rPr>
              <a:t>Auto-deploy-on-push is intentionally disabled — every rollout is an explicit, reviewable step.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Arial"/>
              </a:rPr>
              <a:t>NexusSupport — AWS Serverless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Arial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Arial"/>
              </a:rPr>
              <a:t>Security &amp; IAM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>
                <a:solidFill>
                  <a:srgbClr val="E6EDF3"/>
                </a:solidFill>
                <a:latin typeface="Arial"/>
              </a:rPr>
              <a:t>›  Dedicated nexussupport-deployer IAM user for all deployments — the AWS root account is never used day-to-day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E6EDF3"/>
                </a:solidFill>
                <a:latin typeface="Arial"/>
              </a:rPr>
              <a:t>›  CodeBuild role scoped only to this project's ECR repo, its two S3 buckets, and CloudFront invalidation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E6EDF3"/>
                </a:solidFill>
                <a:latin typeface="Arial"/>
              </a:rPr>
              <a:t>›  App Runner ECR-access role — pull-only access, separate from application permissions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E6EDF3"/>
                </a:solidFill>
                <a:latin typeface="Arial"/>
              </a:rPr>
              <a:t>›  App Runner instance role — scoped to just the 4 DynamoDB tables this app owns (Get/Put/Update/Delete/Query/Scan)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E6EDF3"/>
                </a:solidFill>
                <a:latin typeface="Arial"/>
              </a:rPr>
              <a:t>›  Frontend S3 bucket is fully private — CloudFront reaches it only via Origin Access Control (OAC)</a:t>
            </a:r>
          </a:p>
          <a:p>
            <a:pPr>
              <a:spcAft>
                <a:spcPts val="1800"/>
              </a:spcAft>
            </a:pPr>
            <a:r>
              <a:rPr sz="1800">
                <a:solidFill>
                  <a:srgbClr val="E6EDF3"/>
                </a:solidFill>
                <a:latin typeface="Arial"/>
              </a:rPr>
              <a:t>›  Secrets (JWT secret, Anthropic API key) passed as CloudFormation NoEcho parameters — never committed to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Arial"/>
              </a:rPr>
              <a:t>NexusSupport — AWS Serverless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Arial"/>
              </a:rPr>
              <a:t>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Arial"/>
              </a:rPr>
              <a:t>Pay-Per-Use Cost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9900"/>
                </a:solidFill>
                <a:latin typeface="Arial"/>
              </a:rPr>
              <a:t>App Runner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901952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DF3"/>
                </a:solidFill>
                <a:latin typeface="Arial"/>
              </a:rPr>
              <a:t>Per vCPU-second / GB-second while handling requests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78608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614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C8CFF"/>
                </a:solidFill>
                <a:latin typeface="Arial"/>
              </a:rPr>
              <a:t>DynamoDB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74320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DF3"/>
                </a:solidFill>
                <a:latin typeface="Arial"/>
              </a:rPr>
              <a:t>Per request (on-demand) +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19856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027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3FB950"/>
                </a:solidFill>
                <a:latin typeface="Arial"/>
              </a:rPr>
              <a:t>S3 + CloudFront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58444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DF3"/>
                </a:solidFill>
                <a:latin typeface="Arial"/>
              </a:rPr>
              <a:t>Per GB stored / transferred + per request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61104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58A6FF"/>
                </a:solidFill>
                <a:latin typeface="Arial"/>
              </a:rPr>
              <a:t>ECR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425696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DF3"/>
                </a:solidFill>
                <a:latin typeface="Arial"/>
              </a:rPr>
              <a:t>Per GB of image 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02352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2852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06C75"/>
                </a:solidFill>
                <a:latin typeface="Arial"/>
              </a:rPr>
              <a:t>CodeBuild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5266944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EDF3"/>
                </a:solidFill>
                <a:latin typeface="Arial"/>
              </a:rPr>
              <a:t>Per build-minute — only runs on 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9900"/>
                </a:solidFill>
                <a:latin typeface="Arial"/>
              </a:rPr>
              <a:t>No idle fixed cost: no ALB, no NAT gateway, no provisioned database capacity.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Arial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Arial"/>
              </a:rPr>
              <a:t>NexusSupport — AWS Serverless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Arial"/>
              </a:rPr>
              <a:t>Known Limitations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E06C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06C75"/>
                </a:solidFill>
                <a:latin typeface="Arial"/>
              </a:rPr>
              <a:t>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E6EDF3"/>
                </a:solidFill>
                <a:latin typeface="Arial"/>
              </a:rPr>
              <a:t>›  AI is not wired up — Anthropic API key exists but is unused by the backend today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E6EDF3"/>
                </a:solidFill>
                <a:latin typeface="Arial"/>
              </a:rPr>
              <a:t>›  Conversation messages are generated, not stored, per conversation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E6EDF3"/>
                </a:solidFill>
                <a:latin typeface="Arial"/>
              </a:rPr>
              <a:t>›  Voice pipeline (Twilio/Deepgram/ElevenLabs) is UI/demo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3736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FB950"/>
                </a:solidFill>
                <a:latin typeface="Arial"/>
              </a:rPr>
              <a:t>SUGGESTED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3774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E6EDF3"/>
                </a:solidFill>
                <a:latin typeface="Arial"/>
              </a:rPr>
              <a:t>›  Wire the backend to Claude for real AI-generated responses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E6EDF3"/>
                </a:solidFill>
                <a:latin typeface="Arial"/>
              </a:rPr>
              <a:t>›  Add a message-create endpoint + persist messages in DynamoDB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E6EDF3"/>
                </a:solidFill>
                <a:latin typeface="Arial"/>
              </a:rPr>
              <a:t>›  Add a custom domain + ACM certificate in front of CloudFront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Arial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  <a:latin typeface="Arial"/>
              </a:rPr>
              <a:t>NexusSupport — AWS Serverless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8000"/>
            </a:avLst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6EDF3"/>
                </a:solidFill>
                <a:latin typeface="Arial"/>
              </a:rPr>
              <a:t>Live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58A6FF"/>
                </a:solidFill>
                <a:latin typeface="Arial"/>
              </a:rPr>
              <a:t>https://d2q0x1hrkokxho.cloudfront.net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Arial"/>
              </a:rPr>
              <a:t>admin@shopnow.com  /  demo1234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